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ROI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Projected annual savings: $200K-$350K</a:t>
            </a:r>
          </a:p>
          <a:p>
            <a:r>
              <a:t>Payback period: 6-9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adoption: 15,000 users within 6 months</a:t>
            </a:r>
          </a:p>
          <a:p>
            <a:r>
              <a:t>CSAT improvement: +12 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