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the primary business drivers for implementing SSO across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SSO Integration Feature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Enabling enterprise single sign-on for our SaaS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password reset costs</a:t>
            </a:r>
          </a:p>
          <a:p>
            <a:r>
              <a:t>Improved security posture</a:t>
            </a:r>
          </a:p>
          <a:p>
            <a:r>
              <a:t>Enhanced user experience</a:t>
            </a:r>
          </a:p>
          <a:p>
            <a:r>
              <a:t>Enterprise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Cost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$120k-$180k/yr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Strong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Risk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$50k-$200k/yr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Weak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Qualitative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